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7304A"/>
          </a:solidFill>
          <a:ln w="12700">
            <a:solidFill>
              <a:srgbClr val="173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PRESENTACION FORMATIVA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ConectaTarot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65760" y="2240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mediadora de servicios de lectura de tarot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8412480" cy="274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9260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Aplicado de Programacion  |  Metodologia Scrum  |  Semana 10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 Fabian  |  Martes 12 de Mayo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931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Ricardo Gaete Prouvay  ·  Product Owner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3931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D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Matias Tiznado Villegas  ·  Scrum Master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4279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Pablo Rebolledo Sepulveda  ·  Backend Developer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4279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D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Oscar Clavijo Manquel  ·  Frontend / Testing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de la presentacion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8412480" cy="274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00200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17304A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00200"/>
            <a:ext cx="457200" cy="621792"/>
          </a:xfrm>
          <a:prstGeom prst="roundRect">
            <a:avLst>
              <a:gd name="adj" fmla="val 20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00200"/>
            <a:ext cx="137160" cy="6217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0020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6002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proyecto ConectaTarot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350008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17304A"/>
          </a:solidFill>
          <a:ln w="19050">
            <a:solidFill>
              <a:srgbClr val="1A527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350008"/>
            <a:ext cx="457200" cy="621792"/>
          </a:xfrm>
          <a:prstGeom prst="roundRect">
            <a:avLst>
              <a:gd name="adj" fmla="val 20000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350008"/>
            <a:ext cx="137160" cy="6217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50008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35000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y roles Scrum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099816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17304A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099816"/>
            <a:ext cx="457200" cy="621792"/>
          </a:xfrm>
          <a:prstGeom prst="roundRect">
            <a:avLst>
              <a:gd name="adj" fmla="val 200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099816"/>
            <a:ext cx="137160" cy="6217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99816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09981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 — Resultados y demo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849624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17304A"/>
          </a:solidFill>
          <a:ln w="19050">
            <a:solidFill>
              <a:srgbClr val="7D660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849624"/>
            <a:ext cx="457200" cy="621792"/>
          </a:xfrm>
          <a:prstGeom prst="roundRect">
            <a:avLst>
              <a:gd name="adj" fmla="val 20000"/>
            </a:avLst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849624"/>
            <a:ext cx="137160" cy="621792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849624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384962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Documentacion entregada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1600200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17304A"/>
          </a:solidFill>
          <a:ln w="19050">
            <a:solidFill>
              <a:srgbClr val="145A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1600200"/>
            <a:ext cx="457200" cy="621792"/>
          </a:xfrm>
          <a:prstGeom prst="roundRect">
            <a:avLst>
              <a:gd name="adj" fmla="val 20000"/>
            </a:avLst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74920" y="1600200"/>
            <a:ext cx="137160" cy="621792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60020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03520" y="16002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 — Plan en curso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2350008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17304A"/>
          </a:solidFill>
          <a:ln w="19050">
            <a:solidFill>
              <a:srgbClr val="4A23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2350008"/>
            <a:ext cx="457200" cy="621792"/>
          </a:xfrm>
          <a:prstGeom prst="roundRect">
            <a:avLst>
              <a:gd name="adj" fmla="val 20000"/>
            </a:avLst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74920" y="2350008"/>
            <a:ext cx="137160" cy="62179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350008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03520" y="235000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GitHub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54880" y="3099816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17304A"/>
          </a:solidFill>
          <a:ln w="19050">
            <a:solidFill>
              <a:srgbClr val="922B2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099816"/>
            <a:ext cx="457200" cy="621792"/>
          </a:xfrm>
          <a:prstGeom prst="roundRect">
            <a:avLst>
              <a:gd name="adj" fmla="val 20000"/>
            </a:avLst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74920" y="3099816"/>
            <a:ext cx="137160" cy="62179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099816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303520" y="309981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Proximos pasos y preguntas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EL PROYECTO  </a:t>
            </a:r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ConectaTarot — Que es?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digital que conecta clientes con tarotistas profesionales, permitiendo agendar sesiones de lectura de tarot de forma segura y confiable.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8412480" cy="274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73736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9050">
            <a:solidFill>
              <a:srgbClr val="1A527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37360"/>
            <a:ext cx="2651760" cy="347472"/>
          </a:xfrm>
          <a:prstGeom prst="roundRect">
            <a:avLst>
              <a:gd name="adj" fmla="val 31579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920240"/>
            <a:ext cx="2651760" cy="1645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que resuelve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21408"/>
            <a:ext cx="237744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Dificultad para encontrar tarotistas confiables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sistema de agendamiento formal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Pagos y disponibilidad no gestionados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evaluaciones y resenas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73736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737360"/>
            <a:ext cx="2651760" cy="347472"/>
          </a:xfrm>
          <a:prstGeom prst="roundRect">
            <a:avLst>
              <a:gd name="adj" fmla="val 31579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920240"/>
            <a:ext cx="2651760" cy="1645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Solucion propuesta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121408"/>
            <a:ext cx="237744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movil + web para Android y Angular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y autenticacion segura (JWT)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de tarotista con especialidades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Agendamiento y pago integrado (Webpay)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73736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9050">
            <a:solidFill>
              <a:srgbClr val="4A23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737360"/>
            <a:ext cx="2651760" cy="347472"/>
          </a:xfrm>
          <a:prstGeom prst="roundRect">
            <a:avLst>
              <a:gd name="adj" fmla="val 31579"/>
            </a:avLst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920240"/>
            <a:ext cx="2651760" cy="16459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Tecnologias usadas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2121408"/>
            <a:ext cx="237744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21 + Spring Boot 3.x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8.x — Schema: conectatarot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(Android) + Angular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+ Scrum + Jira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37490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Metodologia: Scrum  |  3 Sprints de 3 semanas  |  Semanas 5 a 13 del semestre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EQUIPO  </a:t>
            </a:r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y roles Scrum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3474720"/>
          </a:xfrm>
          <a:prstGeom prst="roundRect">
            <a:avLst>
              <a:gd name="adj" fmla="val 6818"/>
            </a:avLst>
          </a:prstGeom>
          <a:solidFill>
            <a:srgbClr val="F7F8FA"/>
          </a:solidFill>
          <a:ln w="25400">
            <a:solidFill>
              <a:srgbClr val="1A527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097280"/>
            <a:ext cx="731520" cy="73152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Ricardo Gaete Prouvay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1645920" cy="256032"/>
          </a:xfrm>
          <a:prstGeom prst="roundRect">
            <a:avLst>
              <a:gd name="adj" fmla="val 35714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23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274320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 el Product Backlog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y prioriza historias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criterios de aceptacion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 al cliente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50592" y="914400"/>
            <a:ext cx="2011680" cy="3474720"/>
          </a:xfrm>
          <a:prstGeom prst="roundRect">
            <a:avLst>
              <a:gd name="adj" fmla="val 6818"/>
            </a:avLst>
          </a:prstGeom>
          <a:solidFill>
            <a:srgbClr val="F7F8FA"/>
          </a:solidFill>
          <a:ln w="25400">
            <a:solidFill>
              <a:srgbClr val="4A23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90672" y="1097280"/>
            <a:ext cx="731520" cy="731520"/>
          </a:xfrm>
          <a:prstGeom prst="ellipse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0672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42032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Matias Tiznado Villegas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633472" y="2423160"/>
            <a:ext cx="1645920" cy="256032"/>
          </a:xfrm>
          <a:prstGeom prst="roundRect">
            <a:avLst>
              <a:gd name="adj" fmla="val 35714"/>
            </a:avLst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33472" y="2423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Master / Dev Sprint 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42032" y="274320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 ceremonias Scrum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 impedimentos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backend Sprint 1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 el proyecto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26864" y="914400"/>
            <a:ext cx="2011680" cy="3474720"/>
          </a:xfrm>
          <a:prstGeom prst="roundRect">
            <a:avLst>
              <a:gd name="adj" fmla="val 6818"/>
            </a:avLst>
          </a:prstGeom>
          <a:solidFill>
            <a:srgbClr val="F7F8FA"/>
          </a:solidFill>
          <a:ln w="25400">
            <a:solidFill>
              <a:srgbClr val="1E84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66944" y="1097280"/>
            <a:ext cx="731520" cy="73152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66944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18304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Pablo Rebolledo Sepulveda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9744" y="2423160"/>
            <a:ext cx="1645920" cy="256032"/>
          </a:xfrm>
          <a:prstGeom prst="roundRect">
            <a:avLst>
              <a:gd name="adj" fmla="val 35714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2423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Developer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18304" y="274320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 API REST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 base de datos MySQL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 Spring Security + JWT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 del proyecto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03136" y="914400"/>
            <a:ext cx="2011680" cy="3474720"/>
          </a:xfrm>
          <a:prstGeom prst="roundRect">
            <a:avLst>
              <a:gd name="adj" fmla="val 6818"/>
            </a:avLst>
          </a:prstGeom>
          <a:solidFill>
            <a:srgbClr val="F7F8FA"/>
          </a:solidFill>
          <a:ln w="25400">
            <a:solidFill>
              <a:srgbClr val="145A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43216" y="1097280"/>
            <a:ext cx="731520" cy="731520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43216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94576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Oscar Clavijo Manquel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986016" y="2423160"/>
            <a:ext cx="1645920" cy="256032"/>
          </a:xfrm>
          <a:prstGeom prst="roundRect">
            <a:avLst>
              <a:gd name="adj" fmla="val 35714"/>
            </a:avLst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86016" y="2423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/ Testing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94576" y="274320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 interfaz Android/Angular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 pruebas de aceptacion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criterios de cada HU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Integracion FE + BE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SPRINT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 — Completado al 100%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274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0020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17304A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73352"/>
            <a:ext cx="1920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9D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25399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 Completadas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160020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17304A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673352"/>
            <a:ext cx="1920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pts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23160" y="225399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Points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160020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17304A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673352"/>
            <a:ext cx="1920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9D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480560" y="225399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Goal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37960" y="160020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17304A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673352"/>
            <a:ext cx="1920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Sem. 7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537960" y="225399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en plazo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26080"/>
          <a:ext cx="8412480" cy="137160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Historia de Usuario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Responsable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Estado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A9DF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HU-SEC-01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Autenticacion segura (JWT)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pts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M. Tiznado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Completada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A9DF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HU-SEC-02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Manejo de roles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pts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M. Tiznado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Completada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3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A9DF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HU-USER-01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 de usuario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pts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M. Tiznado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Completada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A9DF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HU-USER-02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Inicio de sesion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pts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M. Tiznado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Completada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3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9D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Todos los endpoints probados con Thunder Client — JWT funcionando correctamente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implementados y verificados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8412480" cy="274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0020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17304A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09928"/>
            <a:ext cx="594360" cy="438912"/>
          </a:xfrm>
          <a:prstGeom prst="roundRect">
            <a:avLst>
              <a:gd name="adj" fmla="val 125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09928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" y="16002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/api/usuarios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160020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26280" y="160020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40680" y="16002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— retorna UsuarioResponse sin password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17304A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87168"/>
            <a:ext cx="594360" cy="438912"/>
          </a:xfrm>
          <a:prstGeom prst="roundRect">
            <a:avLst>
              <a:gd name="adj" fmla="val 12500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87168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" y="23774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/api/auth/login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237744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26280" y="237744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40680" y="237744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— retorna JWT con rol incluido en claims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15468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17304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264408"/>
            <a:ext cx="594360" cy="438912"/>
          </a:xfrm>
          <a:prstGeom prst="roundRect">
            <a:avLst>
              <a:gd name="adj" fmla="val 12500"/>
            </a:avLst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64408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" y="31546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/api/auth/perfil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20440" y="315468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req.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26280" y="315468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40680" y="31546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token — acceso autenticado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93192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17304A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041648"/>
            <a:ext cx="594360" cy="438912"/>
          </a:xfrm>
          <a:prstGeom prst="roundRect">
            <a:avLst>
              <a:gd name="adj" fmla="val 12500"/>
            </a:avLst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41648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43000" y="39319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/api/auth/admin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520440" y="393192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26280" y="393192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/ 403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40680" y="393192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roles con @PreAuthorize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DOCUMENTACION  </a:t>
            </a:r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Documentacion tecnica entregada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621792"/>
          </a:xfrm>
          <a:prstGeom prst="roundRect">
            <a:avLst>
              <a:gd name="adj" fmla="val 14706"/>
            </a:avLst>
          </a:prstGeom>
          <a:solidFill>
            <a:srgbClr val="F0F0F0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621792"/>
          </a:xfrm>
          <a:prstGeom prst="roundRect">
            <a:avLst>
              <a:gd name="adj" fmla="val 83333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Backlog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2710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HU | 8 epicas | 138 story points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108960" y="1097280"/>
            <a:ext cx="640080" cy="256032"/>
          </a:xfrm>
          <a:prstGeom prst="roundRect">
            <a:avLst>
              <a:gd name="adj" fmla="val 28571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0972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.docx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206240" cy="621792"/>
          </a:xfrm>
          <a:prstGeom prst="roundRect">
            <a:avLst>
              <a:gd name="adj" fmla="val 14706"/>
            </a:avLst>
          </a:prstGeom>
          <a:solidFill>
            <a:srgbClr val="F0F0F0"/>
          </a:solidFill>
          <a:ln w="19050">
            <a:solidFill>
              <a:srgbClr val="1A527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960120"/>
            <a:ext cx="54864" cy="621792"/>
          </a:xfrm>
          <a:prstGeom prst="roundRect">
            <a:avLst>
              <a:gd name="adj" fmla="val 83333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9601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Backlog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2710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sprints | responsables asignados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589520" y="1097280"/>
            <a:ext cx="640080" cy="256032"/>
          </a:xfrm>
          <a:prstGeom prst="roundRect">
            <a:avLst>
              <a:gd name="adj" fmla="val 28571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10972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.docx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1709928"/>
            <a:ext cx="4206240" cy="621792"/>
          </a:xfrm>
          <a:prstGeom prst="roundRect">
            <a:avLst>
              <a:gd name="adj" fmla="val 14706"/>
            </a:avLst>
          </a:prstGeom>
          <a:solidFill>
            <a:srgbClr val="F0F0F0"/>
          </a:solidFill>
          <a:ln w="19050">
            <a:solidFill>
              <a:srgbClr val="4A23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1709928"/>
            <a:ext cx="54864" cy="621792"/>
          </a:xfrm>
          <a:prstGeom prst="roundRect">
            <a:avLst>
              <a:gd name="adj" fmla="val 83333"/>
            </a:avLst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7099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Negocio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20208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reglas en 6 modulos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08960" y="1847088"/>
            <a:ext cx="640080" cy="256032"/>
          </a:xfrm>
          <a:prstGeom prst="roundRect">
            <a:avLst>
              <a:gd name="adj" fmla="val 28571"/>
            </a:avLst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18470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.docx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1709928"/>
            <a:ext cx="4206240" cy="621792"/>
          </a:xfrm>
          <a:prstGeom prst="roundRect">
            <a:avLst>
              <a:gd name="adj" fmla="val 14706"/>
            </a:avLst>
          </a:prstGeom>
          <a:solidFill>
            <a:srgbClr val="F0F0F0"/>
          </a:solidFill>
          <a:ln w="19050">
            <a:solidFill>
              <a:srgbClr val="145A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709928"/>
            <a:ext cx="54864" cy="621792"/>
          </a:xfrm>
          <a:prstGeom prst="roundRect">
            <a:avLst>
              <a:gd name="adj" fmla="val 83333"/>
            </a:avLst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7099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Planning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20208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 y 2 con tareas tecnicas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589520" y="1847088"/>
            <a:ext cx="640080" cy="256032"/>
          </a:xfrm>
          <a:prstGeom prst="roundRect">
            <a:avLst>
              <a:gd name="adj" fmla="val 28571"/>
            </a:avLst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18470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.docx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2459736"/>
            <a:ext cx="4206240" cy="621792"/>
          </a:xfrm>
          <a:prstGeom prst="roundRect">
            <a:avLst>
              <a:gd name="adj" fmla="val 14706"/>
            </a:avLst>
          </a:prstGeom>
          <a:solidFill>
            <a:srgbClr val="F0F0F0"/>
          </a:solidFill>
          <a:ln w="19050">
            <a:solidFill>
              <a:srgbClr val="7D660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2459736"/>
            <a:ext cx="54864" cy="621792"/>
          </a:xfrm>
          <a:prstGeom prst="roundRect">
            <a:avLst>
              <a:gd name="adj" fmla="val 83333"/>
            </a:avLst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4597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de Pruebas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27706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tipos de prueba | flujo QA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108960" y="2596896"/>
            <a:ext cx="640080" cy="256032"/>
          </a:xfrm>
          <a:prstGeom prst="roundRect">
            <a:avLst>
              <a:gd name="adj" fmla="val 28571"/>
            </a:avLst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0" y="25968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.docx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54880" y="2459736"/>
            <a:ext cx="4206240" cy="621792"/>
          </a:xfrm>
          <a:prstGeom prst="roundRect">
            <a:avLst>
              <a:gd name="adj" fmla="val 14706"/>
            </a:avLst>
          </a:prstGeom>
          <a:solidFill>
            <a:srgbClr val="F0F0F0"/>
          </a:solidFill>
          <a:ln w="19050">
            <a:solidFill>
              <a:srgbClr val="922B2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459736"/>
            <a:ext cx="54864" cy="621792"/>
          </a:xfrm>
          <a:prstGeom prst="roundRect">
            <a:avLst>
              <a:gd name="adj" fmla="val 83333"/>
            </a:avLst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4597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Diagramas UML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27706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Clases, Secuencia, Componentes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589520" y="2596896"/>
            <a:ext cx="640080" cy="256032"/>
          </a:xfrm>
          <a:prstGeom prst="roundRect">
            <a:avLst>
              <a:gd name="adj" fmla="val 28571"/>
            </a:avLst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25968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.pdf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4320" y="3209544"/>
            <a:ext cx="4206240" cy="621792"/>
          </a:xfrm>
          <a:prstGeom prst="roundRect">
            <a:avLst>
              <a:gd name="adj" fmla="val 14706"/>
            </a:avLst>
          </a:prstGeom>
          <a:solidFill>
            <a:srgbClr val="F0F0F0"/>
          </a:solidFill>
          <a:ln w="19050">
            <a:solidFill>
              <a:srgbClr val="1A527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3209544"/>
            <a:ext cx="54864" cy="621792"/>
          </a:xfrm>
          <a:prstGeom prst="roundRect">
            <a:avLst>
              <a:gd name="adj" fmla="val 83333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20954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1480" y="35204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entidades | relaciones completas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108960" y="3346704"/>
            <a:ext cx="640080" cy="256032"/>
          </a:xfrm>
          <a:prstGeom prst="roundRect">
            <a:avLst>
              <a:gd name="adj" fmla="val 28571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08960" y="33467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.pdf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754880" y="3209544"/>
            <a:ext cx="4206240" cy="621792"/>
          </a:xfrm>
          <a:prstGeom prst="roundRect">
            <a:avLst>
              <a:gd name="adj" fmla="val 14706"/>
            </a:avLst>
          </a:prstGeom>
          <a:solidFill>
            <a:srgbClr val="F0F0F0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54880" y="3209544"/>
            <a:ext cx="54864" cy="621792"/>
          </a:xfrm>
          <a:prstGeom prst="roundRect">
            <a:avLst>
              <a:gd name="adj" fmla="val 83333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320954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92040" y="35204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pantallas Sprint 1 y 2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589520" y="3346704"/>
            <a:ext cx="640080" cy="256032"/>
          </a:xfrm>
          <a:prstGeom prst="roundRect">
            <a:avLst>
              <a:gd name="adj" fmla="val 28571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33467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.pdf/.docx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74320" y="3959352"/>
            <a:ext cx="4206240" cy="621792"/>
          </a:xfrm>
          <a:prstGeom prst="roundRect">
            <a:avLst>
              <a:gd name="adj" fmla="val 14706"/>
            </a:avLst>
          </a:prstGeom>
          <a:solidFill>
            <a:srgbClr val="F0F0F0"/>
          </a:solidFill>
          <a:ln w="19050">
            <a:solidFill>
              <a:srgbClr val="7D660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" y="3959352"/>
            <a:ext cx="54864" cy="621792"/>
          </a:xfrm>
          <a:prstGeom prst="roundRect">
            <a:avLst>
              <a:gd name="adj" fmla="val 83333"/>
            </a:avLst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9593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Carta Gantt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11480" y="42702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semanas | 29 tareas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108960" y="4096512"/>
            <a:ext cx="640080" cy="256032"/>
          </a:xfrm>
          <a:prstGeom prst="roundRect">
            <a:avLst>
              <a:gd name="adj" fmla="val 28571"/>
            </a:avLst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08960" y="4096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.xlsx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54880" y="3959352"/>
            <a:ext cx="4206240" cy="621792"/>
          </a:xfrm>
          <a:prstGeom prst="roundRect">
            <a:avLst>
              <a:gd name="adj" fmla="val 14706"/>
            </a:avLst>
          </a:prstGeom>
          <a:solidFill>
            <a:srgbClr val="F0F0F0"/>
          </a:solidFill>
          <a:ln w="19050">
            <a:solidFill>
              <a:srgbClr val="4A235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54880" y="3959352"/>
            <a:ext cx="54864" cy="621792"/>
          </a:xfrm>
          <a:prstGeom prst="roundRect">
            <a:avLst>
              <a:gd name="adj" fmla="val 83333"/>
            </a:avLst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92040" y="39593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Mantenedores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892040" y="42702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entidades | endpoints REST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589520" y="4096512"/>
            <a:ext cx="640080" cy="256032"/>
          </a:xfrm>
          <a:prstGeom prst="roundRect">
            <a:avLst>
              <a:gd name="adj" fmla="val 28571"/>
            </a:avLst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89520" y="4096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.docx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SPRINT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 — En ejecucion (Semanas 8-10)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8412480" cy="27432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00200"/>
          <a:ext cx="8412480" cy="17830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Historia de Usuario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Responsable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Estado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A9DF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HU-USER-03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Cerrar sesion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P. Rebolledo / O. Clavijo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AED6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curso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A9DF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HU-TAROT-01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 de tarotista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pts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P. Rebolledo / O. Clavijo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AED6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curso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3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A9DF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HU-TAROT-02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Crear perfil profesional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pts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P. Rebolledo / O. Clavijo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AED6F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curso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A9DF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HU-TAROT-03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Agregar especialidades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pts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O. Clavijo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D660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Pendiente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D3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A9DF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HU-SES-01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Agendar sesion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pts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P. Rebolledo / O. Clavijo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D660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Pendiente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52044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17304A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3593592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pts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365760" y="412394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 Sprint 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23160" y="352044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17304A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23160" y="3593592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HU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2423160" y="412394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Historias planif.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480560" y="352044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17304A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80560" y="3593592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Sem. 10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4480560" y="412394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cierre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37960" y="352044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17304A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37960" y="3593592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9D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Webpay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537960" y="412394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 — Pagos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REPOSITORIO  </a:t>
            </a:r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GitHub — Estructura del proyecto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github.com/matiastiznado9/MA-TPY1101-Seccion001D-Grupo6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834640" cy="3017520"/>
          </a:xfrm>
          <a:prstGeom prst="roundRect">
            <a:avLst>
              <a:gd name="adj" fmla="val 3871"/>
            </a:avLst>
          </a:prstGeom>
          <a:solidFill>
            <a:srgbClr val="F0F0F0"/>
          </a:solidFill>
          <a:ln w="25400">
            <a:solidFill>
              <a:srgbClr val="1A52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25880"/>
            <a:ext cx="2834640" cy="457200"/>
          </a:xfrm>
          <a:prstGeom prst="roundRect">
            <a:avLst>
              <a:gd name="adj" fmla="val 24000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18488"/>
            <a:ext cx="2834640" cy="1645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Documentacion/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Informe, UML, Wireframes, MER, Gantt, QA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2212848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Diagramas UML (.pdf)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 (.pdf + .docx)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 (.pdf)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Carta Gantt (.xlsx)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de Pruebas (.docx)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27832" y="1325880"/>
            <a:ext cx="2834640" cy="3017520"/>
          </a:xfrm>
          <a:prstGeom prst="roundRect">
            <a:avLst>
              <a:gd name="adj" fmla="val 3871"/>
            </a:avLst>
          </a:prstGeom>
          <a:solidFill>
            <a:srgbClr val="F0F0F0"/>
          </a:solidFill>
          <a:ln w="25400">
            <a:solidFill>
              <a:srgbClr val="1E84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27832" y="1325880"/>
            <a:ext cx="2834640" cy="457200"/>
          </a:xfrm>
          <a:prstGeom prst="roundRect">
            <a:avLst>
              <a:gd name="adj" fmla="val 240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27832" y="1618488"/>
            <a:ext cx="2834640" cy="1645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Producto/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9272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Codigo fuente ejecutable + scripts SQL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19272" y="2212848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backend/ — Spring Boot 3.x + Java 21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pom.xml — dependencias Maven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SQL (tablas + datos de prueba)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application.properties configurado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81344" y="1325880"/>
            <a:ext cx="2834640" cy="3017520"/>
          </a:xfrm>
          <a:prstGeom prst="roundRect">
            <a:avLst>
              <a:gd name="adj" fmla="val 3871"/>
            </a:avLst>
          </a:prstGeom>
          <a:solidFill>
            <a:srgbClr val="F0F0F0"/>
          </a:solidFill>
          <a:ln w="25400">
            <a:solidFill>
              <a:srgbClr val="4A23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1344" y="1325880"/>
            <a:ext cx="2834640" cy="457200"/>
          </a:xfrm>
          <a:prstGeom prst="roundRect">
            <a:avLst>
              <a:gd name="adj" fmla="val 24000"/>
            </a:avLst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1618488"/>
            <a:ext cx="2834640" cy="16459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Gestion/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72784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de identificacion del proyecto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72784" y="2212848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1.1.2 Documento de identificacion.docx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Integrantes.txt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Backlogs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Standup registros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commits — Ultimo: Implementa HU-USER-02 login con autenticacion BCrypt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PROXIMOS PASOS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viene — Sprint 2 y 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8412480" cy="27432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0020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17304A"/>
          </a:solidFill>
          <a:ln w="25400">
            <a:solidFill>
              <a:srgbClr val="145A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00200"/>
            <a:ext cx="4114800" cy="548640"/>
          </a:xfrm>
          <a:prstGeom prst="roundRect">
            <a:avLst>
              <a:gd name="adj" fmla="val 25000"/>
            </a:avLst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20240"/>
            <a:ext cx="4114800" cy="22860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00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  |  Sem. 8-10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24028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y registro de tarotista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Especialidades y disponibilidad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Agendamiento de sesiones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base (Angular/Kotlin por Oscar)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Review con demo al cliente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60020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17304A"/>
          </a:solidFill>
          <a:ln w="25400">
            <a:solidFill>
              <a:srgbClr val="4A23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600200"/>
            <a:ext cx="4114800" cy="548640"/>
          </a:xfrm>
          <a:prstGeom prst="roundRect">
            <a:avLst>
              <a:gd name="adj" fmla="val 25000"/>
            </a:avLst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920240"/>
            <a:ext cx="4114800" cy="22860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600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  |  Sem. 11-13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24028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Integracion de pagos con Webpay TEST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 administracion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y estadisticas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Integracion completa FE + BE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Review final y entrega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17304A"/>
          </a:solidFill>
          <a:ln w="12700">
            <a:solidFill>
              <a:srgbClr val="173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423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y feedback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3017520"/>
            <a:ext cx="8412480" cy="274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1089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github.com/matiastiznado9/MA-TPY1101-Seccion001D-Grupo6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4 o 6  |  Martes 12 de Mayo 2026  |  Profe Fabian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37947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Ricardo Gaete Prouvay  —  Product Owner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0" y="37947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Matias Tiznado Villegas  —  Scrum Master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41148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Pablo Rebolledo Sepulveda  —  Backend Developer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0" y="41148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Oscar Clavijo Manquel  —  Frontend / Testing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ConectaTarot — Presentacion Formativa Semana 10</dc:title>
  <dc:subject>PptxGenJS Presentation</dc:subject>
  <dc:creator>PptxGenJS</dc:creator>
  <cp:lastModifiedBy>PptxGenJS</cp:lastModifiedBy>
  <cp:revision>1</cp:revision>
  <dcterms:created xsi:type="dcterms:W3CDTF">2026-05-12T07:24:45Z</dcterms:created>
  <dcterms:modified xsi:type="dcterms:W3CDTF">2026-05-12T07:24:45Z</dcterms:modified>
</cp:coreProperties>
</file>